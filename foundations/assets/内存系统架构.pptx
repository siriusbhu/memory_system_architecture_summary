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7CA55-8B9F-5810-5E6E-8E2B2EB95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C0D30C-E69C-CDDB-BAB1-D4C2ECD6B4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AA48DA-2583-CE46-DE7F-2374D624E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4CCABB-8FB6-B278-ACB0-22A1801E5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26D150-CC82-A1C7-4B43-5EE2BF6A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08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C6B1A-E092-FBF9-53FC-22F2D64C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0D6CF-AF54-642E-AFC3-E8A94BD15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9F2BCE-0601-4C2F-B857-58392165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A65844-E20C-CFFB-2CC6-21EBEB0B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C953A3-7133-635F-D4BE-46ABE3B1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815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66040-7C80-FF70-7800-A146F87D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FEB933-F7EB-F5CE-BED4-C3F8FC608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CCD797-22F8-2BA8-89A7-D2883AC7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B2AA69-89D2-1280-88AF-ECD104AA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2C2602-4A3F-BE80-6F87-CF6A12C8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76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41A17-9A95-C4C0-F964-F675ED90B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3CA17D-E9A9-2483-991A-47AA21F90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7133A5-9263-8656-9B4F-D3392A646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125D1C-7423-831C-170B-238CE6ED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C2D509-16FC-1BC3-670D-B632BCC1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FFB1F7-3615-DC1A-472A-F421F81B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09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2A5C1-27B6-D4FC-F4F3-9FAF576A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46C894-9CD5-0270-BFC7-4CFC2DBD3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E45E38-F37D-F0CD-F067-8A161BA80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6BBEFD-1B82-51DE-7B3D-EE565E3CB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F71A3A0-C6B8-3183-FAC2-E865640AD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0462C8-6081-7D2B-41E2-A388C84AA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5BDED3D-BF6A-8FAF-6D9B-3D426735D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2CA5859-62DB-0ED4-D3DB-CE41CA335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258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0BC79-F89C-7175-9CEE-5C9BC64BC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D4F490-97F2-A1EE-2213-159C20E4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B78F25-E525-3B88-D896-18D29D84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80A4F1-403E-5D3E-B3BE-E25AB13D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556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DCC9BC3-D062-CE28-9ECC-CE8D68F9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2A56CB-EE1D-8264-34D6-6FF92C46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FC496E-ED3C-E6A8-07C7-04AD3F9D4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03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648D7-0132-246F-20A3-8F087FB4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F333DA-5827-74C8-C0D4-C12849141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1ABE0D-F4C8-9C4F-17E0-6B61E5338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79778C-645B-6B64-6876-AC477CB6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761BB7-1D9A-2643-A873-862CC68CF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7BDCF5-80C1-BC45-2D2F-FDB36F39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94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EDDE6-E1A1-8EAE-9157-06D988620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E43A9E-6BB5-8F33-F296-FFCE94A96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7D6D8C-E686-3C0D-EF12-193FA5BA4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810E1A-F40C-5E69-AD3D-10056FD6B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2DE4CE-8AA5-3E7B-62AC-BB1883AA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0BA378-F658-7A96-3B3E-1D9C9819A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16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FABBC-20AF-8216-0D45-47A7B31D2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70A492-AC65-8C85-57C9-173A0F24A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F3290D-024D-F527-A195-260D4542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3B94DA-7D98-5CE7-E2DA-C65AD2D2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475B89-3CEA-2E28-7707-015355E7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99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B7D9C2-C74E-6DB9-5F60-2B3FF2B02A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79A4F8-C666-B005-4C1B-8B806311F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DAC2C8-A2C2-4697-8BBE-5E2CF16C3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05FC41-9B9B-F9BF-D59D-493407250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54EE4E-40D9-FC75-662F-9235C454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491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1C29FD-97EA-0BB6-8AF9-87FBB71B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488B4E-D4B0-4BFA-28E1-EB320AD4D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780308-16C5-EC40-0A8E-95FC15077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01229-ACC4-4E7C-8882-C6C03718A2B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7E5E76-4807-D670-97A3-3260E64DE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F5423A-FFE2-7A5C-5D91-06EEFB55B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A304C-4DE3-40F7-B0A1-5AA27D8C2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19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CDBC0B7-EF91-9667-EA76-D71F5BDB2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269"/>
            <a:ext cx="12192000" cy="598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93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F62DB7F5-DE51-8A83-2A2E-D1137F5F839B}"/>
              </a:ext>
            </a:extLst>
          </p:cNvPr>
          <p:cNvGrpSpPr/>
          <p:nvPr/>
        </p:nvGrpSpPr>
        <p:grpSpPr>
          <a:xfrm>
            <a:off x="3606800" y="907367"/>
            <a:ext cx="5759450" cy="1473882"/>
            <a:chOff x="1786595" y="907367"/>
            <a:chExt cx="7579655" cy="1473882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693D27F-A411-9AD5-B986-C97154D0ED48}"/>
                </a:ext>
              </a:extLst>
            </p:cNvPr>
            <p:cNvSpPr/>
            <p:nvPr/>
          </p:nvSpPr>
          <p:spPr>
            <a:xfrm>
              <a:off x="1786597" y="907367"/>
              <a:ext cx="7579653" cy="4007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</a:t>
              </a:r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系统服务</a:t>
              </a: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EA2E995D-9195-C5F8-9366-8B9D821AB36E}"/>
                </a:ext>
              </a:extLst>
            </p:cNvPr>
            <p:cNvGrpSpPr/>
            <p:nvPr/>
          </p:nvGrpSpPr>
          <p:grpSpPr>
            <a:xfrm>
              <a:off x="1786596" y="1389965"/>
              <a:ext cx="7579653" cy="356285"/>
              <a:chOff x="1786597" y="1510615"/>
              <a:chExt cx="8618806" cy="356285"/>
            </a:xfrm>
            <a:grpFill/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CFF2F12-B8D1-7CED-89FC-4314E5011340}"/>
                  </a:ext>
                </a:extLst>
              </p:cNvPr>
              <p:cNvSpPr/>
              <p:nvPr/>
            </p:nvSpPr>
            <p:spPr>
              <a:xfrm>
                <a:off x="1786597" y="1510617"/>
                <a:ext cx="2798104" cy="3562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运行时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GC</a:t>
                </a:r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961B368-5482-8ECC-0186-A5AC69807193}"/>
                  </a:ext>
                </a:extLst>
              </p:cNvPr>
              <p:cNvSpPr/>
              <p:nvPr/>
            </p:nvSpPr>
            <p:spPr>
              <a:xfrm>
                <a:off x="4696948" y="1510616"/>
                <a:ext cx="2798104" cy="3562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Native </a:t>
                </a:r>
                <a:r>
                  <a:rPr lang="zh-CN" altLang="en-US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分配器</a:t>
                </a: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3155C17-6340-4A2B-4589-59D4A486D531}"/>
                  </a:ext>
                </a:extLst>
              </p:cNvPr>
              <p:cNvSpPr/>
              <p:nvPr/>
            </p:nvSpPr>
            <p:spPr>
              <a:xfrm>
                <a:off x="7607299" y="1510615"/>
                <a:ext cx="2798104" cy="35628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Hap/So/</a:t>
                </a:r>
                <a:r>
                  <a:rPr lang="en-US" altLang="zh-CN" sz="1400" b="1" dirty="0" err="1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Abc</a:t>
                </a:r>
                <a:endPara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CA599E6-39EC-1864-98F2-A65CA2C19C62}"/>
                </a:ext>
              </a:extLst>
            </p:cNvPr>
            <p:cNvSpPr/>
            <p:nvPr/>
          </p:nvSpPr>
          <p:spPr>
            <a:xfrm>
              <a:off x="1786595" y="2024966"/>
              <a:ext cx="7579653" cy="35628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系统调用：</a:t>
              </a:r>
              <a:r>
                <a:rPr lang="en-US" altLang="zh-CN" sz="140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mmap</a:t>
              </a:r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/ </a:t>
              </a:r>
              <a:r>
                <a:rPr lang="en-US" altLang="zh-CN" sz="140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brk</a:t>
              </a:r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/</a:t>
              </a: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madvise</a:t>
              </a: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read</a:t>
              </a: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write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A1342082-5A30-CFA5-3C3F-A773C3FD7AE3}"/>
              </a:ext>
            </a:extLst>
          </p:cNvPr>
          <p:cNvSpPr/>
          <p:nvPr/>
        </p:nvSpPr>
        <p:spPr>
          <a:xfrm>
            <a:off x="3606800" y="2634563"/>
            <a:ext cx="7321550" cy="584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进程地址空间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VMA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A7C1C6-785D-BBF2-585A-0DAD9C376E95}"/>
              </a:ext>
            </a:extLst>
          </p:cNvPr>
          <p:cNvSpPr/>
          <p:nvPr/>
        </p:nvSpPr>
        <p:spPr>
          <a:xfrm>
            <a:off x="9596900" y="907367"/>
            <a:ext cx="1331450" cy="838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内存度量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PSS/RSS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5798FA-CD27-F0E3-3FCE-09564DDE10F8}"/>
              </a:ext>
            </a:extLst>
          </p:cNvPr>
          <p:cNvSpPr/>
          <p:nvPr/>
        </p:nvSpPr>
        <p:spPr>
          <a:xfrm>
            <a:off x="9596900" y="2024965"/>
            <a:ext cx="1331450" cy="3562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内核节点</a:t>
            </a:r>
            <a:endParaRPr lang="en-US" altLang="zh-CN" sz="105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05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Smaps</a:t>
            </a:r>
            <a:r>
              <a:rPr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05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meminfo</a:t>
            </a:r>
            <a:endParaRPr lang="zh-CN" altLang="en-US" sz="105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EC62E6-324B-301B-38B0-DBE9B71E9A29}"/>
              </a:ext>
            </a:extLst>
          </p:cNvPr>
          <p:cNvSpPr/>
          <p:nvPr/>
        </p:nvSpPr>
        <p:spPr>
          <a:xfrm>
            <a:off x="5725553" y="3326024"/>
            <a:ext cx="2089150" cy="13208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进程页表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PGD~PTE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ABD0505-F631-8E9B-F2D4-5AD97B722038}"/>
              </a:ext>
            </a:extLst>
          </p:cNvPr>
          <p:cNvSpPr/>
          <p:nvPr/>
        </p:nvSpPr>
        <p:spPr>
          <a:xfrm>
            <a:off x="3606800" y="3326024"/>
            <a:ext cx="2025650" cy="13208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缺页处理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Fault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152D70-2216-389E-2F29-332088FD5D01}"/>
              </a:ext>
            </a:extLst>
          </p:cNvPr>
          <p:cNvSpPr/>
          <p:nvPr/>
        </p:nvSpPr>
        <p:spPr>
          <a:xfrm>
            <a:off x="3606800" y="4819307"/>
            <a:ext cx="3168650" cy="584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MemCG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C9E666E-646E-2AE6-DCF2-EA502EDE0607}"/>
              </a:ext>
            </a:extLst>
          </p:cNvPr>
          <p:cNvSpPr/>
          <p:nvPr/>
        </p:nvSpPr>
        <p:spPr>
          <a:xfrm>
            <a:off x="3606800" y="5488112"/>
            <a:ext cx="3168650" cy="584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匿名页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5C7BE07-AFD3-AA65-7005-83F28919D878}"/>
              </a:ext>
            </a:extLst>
          </p:cNvPr>
          <p:cNvSpPr/>
          <p:nvPr/>
        </p:nvSpPr>
        <p:spPr>
          <a:xfrm>
            <a:off x="6934200" y="4819307"/>
            <a:ext cx="2025650" cy="1253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文件页 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Cache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74F411-FA71-E266-6ABF-5704D126DE6B}"/>
              </a:ext>
            </a:extLst>
          </p:cNvPr>
          <p:cNvSpPr/>
          <p:nvPr/>
        </p:nvSpPr>
        <p:spPr>
          <a:xfrm>
            <a:off x="61353" y="2634563"/>
            <a:ext cx="1405497" cy="36011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查杀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95771F6-69EF-2B9A-A55D-8BECA606518A}"/>
              </a:ext>
            </a:extLst>
          </p:cNvPr>
          <p:cNvSpPr/>
          <p:nvPr/>
        </p:nvSpPr>
        <p:spPr>
          <a:xfrm>
            <a:off x="1586381" y="2634562"/>
            <a:ext cx="1405497" cy="36011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回收</a:t>
            </a:r>
          </a:p>
        </p:txBody>
      </p:sp>
    </p:spTree>
    <p:extLst>
      <p:ext uri="{BB962C8B-B14F-4D97-AF65-F5344CB8AC3E}">
        <p14:creationId xmlns:p14="http://schemas.microsoft.com/office/powerpoint/2010/main" val="1735610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2B9D91-2906-8B2C-373A-B0A59AF05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40C051C-4C26-3099-41EA-ED0920317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695" y="0"/>
            <a:ext cx="6221063" cy="6743700"/>
          </a:xfrm>
          <a:prstGeom prst="rect">
            <a:avLst/>
          </a:prstGeom>
        </p:spPr>
      </p:pic>
      <p:sp>
        <p:nvSpPr>
          <p:cNvPr id="2" name="AutoShape 2" descr="整合架构：四层 + 存储 I/O 交界（含 2B 精修）">
            <a:extLst>
              <a:ext uri="{FF2B5EF4-FFF2-40B4-BE49-F238E27FC236}">
                <a16:creationId xmlns:a16="http://schemas.microsoft.com/office/drawing/2014/main" id="{E082528F-38CE-9033-E599-E77639793C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BBB588F-4B24-6CB4-263B-DCDDB919B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47" y="1384343"/>
            <a:ext cx="2161905" cy="6857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2C41AA2-A97D-C1C5-27B5-37D503188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4053" y="228731"/>
            <a:ext cx="2133333" cy="66666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B09711F-8555-8327-81D5-E50DF5764A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3239" y="2290869"/>
            <a:ext cx="2142857" cy="70476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488AF50-CA60-7EFE-BFFB-2696FA90B2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242" y="3467099"/>
            <a:ext cx="2180952" cy="76190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3ED41B4-6B26-5358-A8BA-EA9DF01F70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3239" y="1355771"/>
            <a:ext cx="2171429" cy="74285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2FC24E4-6F1E-AACA-3C00-B8A1B54B58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6005" y="1374818"/>
            <a:ext cx="2190476" cy="72381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2BB6893-1094-F5FC-AEF7-00FA5876B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994" y="4914898"/>
            <a:ext cx="2180952" cy="76190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77264395-56AE-2B48-100E-370CB609FD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1335" y="3476623"/>
            <a:ext cx="2133333" cy="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805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0A161-21BB-5C89-5704-4A0833DC1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BBB8DA-26C7-7F06-127F-D90574405EFC}"/>
              </a:ext>
            </a:extLst>
          </p:cNvPr>
          <p:cNvSpPr/>
          <p:nvPr/>
        </p:nvSpPr>
        <p:spPr>
          <a:xfrm>
            <a:off x="918603" y="1871800"/>
            <a:ext cx="1844275" cy="287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Fault 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9BE7A4-2F7F-8055-A4B5-A0A770716452}"/>
              </a:ext>
            </a:extLst>
          </p:cNvPr>
          <p:cNvSpPr/>
          <p:nvPr/>
        </p:nvSpPr>
        <p:spPr>
          <a:xfrm>
            <a:off x="918603" y="907358"/>
            <a:ext cx="1844276" cy="287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MMU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翻译：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PTE 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247EEB6-9285-F803-1720-5A65AD59895C}"/>
              </a:ext>
            </a:extLst>
          </p:cNvPr>
          <p:cNvSpPr/>
          <p:nvPr/>
        </p:nvSpPr>
        <p:spPr>
          <a:xfrm>
            <a:off x="3069976" y="2594295"/>
            <a:ext cx="1208538" cy="287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VMA 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判断合法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1D0BEC-25D3-8872-54CF-11CBA46E1E98}"/>
              </a:ext>
            </a:extLst>
          </p:cNvPr>
          <p:cNvSpPr/>
          <p:nvPr/>
        </p:nvSpPr>
        <p:spPr>
          <a:xfrm>
            <a:off x="918604" y="2233048"/>
            <a:ext cx="1844275" cy="287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 Page Fault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71C99A-7673-6813-BFFD-48D882483325}"/>
              </a:ext>
            </a:extLst>
          </p:cNvPr>
          <p:cNvSpPr/>
          <p:nvPr/>
        </p:nvSpPr>
        <p:spPr>
          <a:xfrm>
            <a:off x="918603" y="2594296"/>
            <a:ext cx="1844275" cy="287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handle_mm_fault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E30712-E7B4-2934-7571-3B9A0BC7E9D1}"/>
              </a:ext>
            </a:extLst>
          </p:cNvPr>
          <p:cNvSpPr/>
          <p:nvPr/>
        </p:nvSpPr>
        <p:spPr>
          <a:xfrm>
            <a:off x="3069975" y="1871799"/>
            <a:ext cx="1208538" cy="287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非法：段错误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32B47E-BAA6-40D3-8C6F-88947C54ACFC}"/>
              </a:ext>
            </a:extLst>
          </p:cNvPr>
          <p:cNvSpPr/>
          <p:nvPr/>
        </p:nvSpPr>
        <p:spPr>
          <a:xfrm>
            <a:off x="3069975" y="3316252"/>
            <a:ext cx="1208538" cy="287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A5BAC8-3B21-9946-7DD4-99A4DC832361}"/>
              </a:ext>
            </a:extLst>
          </p:cNvPr>
          <p:cNvSpPr/>
          <p:nvPr/>
        </p:nvSpPr>
        <p:spPr>
          <a:xfrm>
            <a:off x="4585611" y="2599244"/>
            <a:ext cx="858422" cy="287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匿名页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8F8728F-14A9-4D83-7FD7-C2A26D7D0B80}"/>
              </a:ext>
            </a:extLst>
          </p:cNvPr>
          <p:cNvSpPr/>
          <p:nvPr/>
        </p:nvSpPr>
        <p:spPr>
          <a:xfrm>
            <a:off x="4585611" y="3316791"/>
            <a:ext cx="858422" cy="287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5A43DE-F0CD-C559-0C31-9005C1EBBE7F}"/>
              </a:ext>
            </a:extLst>
          </p:cNvPr>
          <p:cNvSpPr/>
          <p:nvPr/>
        </p:nvSpPr>
        <p:spPr>
          <a:xfrm>
            <a:off x="4585611" y="4034338"/>
            <a:ext cx="858422" cy="287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共享页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D33C274-D484-136E-F465-25916EDCBE16}"/>
              </a:ext>
            </a:extLst>
          </p:cNvPr>
          <p:cNvSpPr/>
          <p:nvPr/>
        </p:nvSpPr>
        <p:spPr>
          <a:xfrm>
            <a:off x="5769679" y="2599244"/>
            <a:ext cx="858422" cy="287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首次访问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2467EC0-A215-F6A1-7D61-26ECAD40941B}"/>
              </a:ext>
            </a:extLst>
          </p:cNvPr>
          <p:cNvSpPr/>
          <p:nvPr/>
        </p:nvSpPr>
        <p:spPr>
          <a:xfrm>
            <a:off x="5774287" y="2955541"/>
            <a:ext cx="858422" cy="287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已换出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D9AF6D-BE36-D88A-C7F9-82D5DA0E2408}"/>
              </a:ext>
            </a:extLst>
          </p:cNvPr>
          <p:cNvSpPr/>
          <p:nvPr/>
        </p:nvSpPr>
        <p:spPr>
          <a:xfrm>
            <a:off x="5769679" y="3321203"/>
            <a:ext cx="858422" cy="287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4FB3536-CB6C-8EAA-9DEA-25E8A6817BF1}"/>
              </a:ext>
            </a:extLst>
          </p:cNvPr>
          <p:cNvSpPr/>
          <p:nvPr/>
        </p:nvSpPr>
        <p:spPr>
          <a:xfrm>
            <a:off x="5769679" y="3677500"/>
            <a:ext cx="858422" cy="287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未命中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C319F90-FBF5-1ECD-F497-5DC22771BA88}"/>
              </a:ext>
            </a:extLst>
          </p:cNvPr>
          <p:cNvSpPr/>
          <p:nvPr/>
        </p:nvSpPr>
        <p:spPr>
          <a:xfrm>
            <a:off x="6898343" y="3677499"/>
            <a:ext cx="1519998" cy="287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文件系统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+page cache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B7D33CB-4173-9ABD-F5F6-71A911087356}"/>
              </a:ext>
            </a:extLst>
          </p:cNvPr>
          <p:cNvSpPr/>
          <p:nvPr/>
        </p:nvSpPr>
        <p:spPr>
          <a:xfrm>
            <a:off x="6898342" y="2955541"/>
            <a:ext cx="1519998" cy="287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Zram</a:t>
            </a:r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换入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E4EAB29-5C6F-5197-5F28-9D26351BE787}"/>
              </a:ext>
            </a:extLst>
          </p:cNvPr>
          <p:cNvSpPr/>
          <p:nvPr/>
        </p:nvSpPr>
        <p:spPr>
          <a:xfrm>
            <a:off x="8503724" y="1995914"/>
            <a:ext cx="1103826" cy="287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伙伴系统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4A6529B-919B-D384-2B96-EF85152DFF62}"/>
              </a:ext>
            </a:extLst>
          </p:cNvPr>
          <p:cNvSpPr/>
          <p:nvPr/>
        </p:nvSpPr>
        <p:spPr>
          <a:xfrm>
            <a:off x="8074760" y="1347381"/>
            <a:ext cx="1519996" cy="287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查杀系统</a:t>
            </a: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D8C091E-CF2B-1212-5E5E-0B2A37866D70}"/>
              </a:ext>
            </a:extLst>
          </p:cNvPr>
          <p:cNvCxnSpPr>
            <a:endCxn id="3" idx="0"/>
          </p:cNvCxnSpPr>
          <p:nvPr/>
        </p:nvCxnSpPr>
        <p:spPr>
          <a:xfrm>
            <a:off x="1836913" y="1194912"/>
            <a:ext cx="3828" cy="676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1FA7835-B932-4ED4-D484-5377C146F4C7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>
            <a:off x="1840740" y="2159354"/>
            <a:ext cx="1" cy="73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255AD76-C7D6-63BB-6371-4375DBD8FBA9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1840740" y="2520602"/>
            <a:ext cx="1" cy="73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21FE31C-5841-9D66-8449-1E23601B290D}"/>
              </a:ext>
            </a:extLst>
          </p:cNvPr>
          <p:cNvCxnSpPr>
            <a:cxnSpLocks/>
            <a:stCxn id="11" idx="3"/>
            <a:endCxn id="7" idx="1"/>
          </p:cNvCxnSpPr>
          <p:nvPr/>
        </p:nvCxnSpPr>
        <p:spPr>
          <a:xfrm flipV="1">
            <a:off x="2762878" y="2738072"/>
            <a:ext cx="3070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A469A783-1E02-B3F8-7920-BCEF604BA561}"/>
              </a:ext>
            </a:extLst>
          </p:cNvPr>
          <p:cNvCxnSpPr>
            <a:cxnSpLocks/>
            <a:stCxn id="7" idx="0"/>
            <a:endCxn id="13" idx="2"/>
          </p:cNvCxnSpPr>
          <p:nvPr/>
        </p:nvCxnSpPr>
        <p:spPr>
          <a:xfrm flipH="1" flipV="1">
            <a:off x="3674244" y="2159353"/>
            <a:ext cx="1" cy="434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6D0979A-E0DF-BAF8-260F-8338E5BF6C0B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flipH="1">
            <a:off x="3674244" y="2881849"/>
            <a:ext cx="1" cy="434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6AEC63C6-59CB-F2BA-032B-D0AE513E8618}"/>
              </a:ext>
            </a:extLst>
          </p:cNvPr>
          <p:cNvCxnSpPr>
            <a:cxnSpLocks/>
            <a:stCxn id="15" idx="3"/>
            <a:endCxn id="19" idx="1"/>
          </p:cNvCxnSpPr>
          <p:nvPr/>
        </p:nvCxnSpPr>
        <p:spPr>
          <a:xfrm>
            <a:off x="4278513" y="3460029"/>
            <a:ext cx="307098" cy="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连接符: 肘形 61">
            <a:extLst>
              <a:ext uri="{FF2B5EF4-FFF2-40B4-BE49-F238E27FC236}">
                <a16:creationId xmlns:a16="http://schemas.microsoft.com/office/drawing/2014/main" id="{BC8FB107-D45D-2F8C-3E40-1A901C1ED491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4278513" y="2743021"/>
            <a:ext cx="307098" cy="7170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6EEA9016-E6D2-F105-9BCF-71DFDBCF3560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>
            <a:off x="4278513" y="3460029"/>
            <a:ext cx="307098" cy="7180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8F83825-3DCA-2B11-8B61-EEA50866F4D0}"/>
              </a:ext>
            </a:extLst>
          </p:cNvPr>
          <p:cNvCxnSpPr>
            <a:cxnSpLocks/>
            <a:stCxn id="19" idx="3"/>
            <a:endCxn id="27" idx="1"/>
          </p:cNvCxnSpPr>
          <p:nvPr/>
        </p:nvCxnSpPr>
        <p:spPr>
          <a:xfrm>
            <a:off x="5444033" y="3460568"/>
            <a:ext cx="325646" cy="4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87810935-C564-1CAE-55DE-34998F0E320D}"/>
              </a:ext>
            </a:extLst>
          </p:cNvPr>
          <p:cNvCxnSpPr>
            <a:cxnSpLocks/>
            <a:stCxn id="19" idx="3"/>
            <a:endCxn id="29" idx="1"/>
          </p:cNvCxnSpPr>
          <p:nvPr/>
        </p:nvCxnSpPr>
        <p:spPr>
          <a:xfrm>
            <a:off x="5444033" y="3460568"/>
            <a:ext cx="325646" cy="3607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D0575F87-972D-B84A-AB48-202B35797E73}"/>
              </a:ext>
            </a:extLst>
          </p:cNvPr>
          <p:cNvCxnSpPr>
            <a:cxnSpLocks/>
          </p:cNvCxnSpPr>
          <p:nvPr/>
        </p:nvCxnSpPr>
        <p:spPr>
          <a:xfrm>
            <a:off x="5444033" y="2750593"/>
            <a:ext cx="3256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8DB286EF-C1C6-8502-F5D1-66B097F31ED4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5444033" y="2743021"/>
            <a:ext cx="330254" cy="3562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BBB0AF0A-20D6-8A81-F12C-BB0EAA5786F4}"/>
              </a:ext>
            </a:extLst>
          </p:cNvPr>
          <p:cNvCxnSpPr>
            <a:cxnSpLocks/>
            <a:stCxn id="23" idx="3"/>
            <a:endCxn id="35" idx="1"/>
          </p:cNvCxnSpPr>
          <p:nvPr/>
        </p:nvCxnSpPr>
        <p:spPr>
          <a:xfrm flipV="1">
            <a:off x="6628101" y="2139691"/>
            <a:ext cx="1875623" cy="6033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1479D924-32FC-95FB-DFDB-3615086C5244}"/>
              </a:ext>
            </a:extLst>
          </p:cNvPr>
          <p:cNvSpPr/>
          <p:nvPr/>
        </p:nvSpPr>
        <p:spPr>
          <a:xfrm>
            <a:off x="6898342" y="3321202"/>
            <a:ext cx="1519998" cy="287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cache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856E5A7E-89E8-BA86-CCE8-C47774EAF587}"/>
              </a:ext>
            </a:extLst>
          </p:cNvPr>
          <p:cNvCxnSpPr>
            <a:cxnSpLocks/>
            <a:stCxn id="33" idx="3"/>
            <a:endCxn id="35" idx="2"/>
          </p:cNvCxnSpPr>
          <p:nvPr/>
        </p:nvCxnSpPr>
        <p:spPr>
          <a:xfrm flipV="1">
            <a:off x="8418340" y="2283467"/>
            <a:ext cx="637297" cy="8158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74432A0C-BD1D-E4A3-7815-16D713F721E6}"/>
              </a:ext>
            </a:extLst>
          </p:cNvPr>
          <p:cNvCxnSpPr>
            <a:cxnSpLocks/>
            <a:stCxn id="31" idx="3"/>
            <a:endCxn id="35" idx="2"/>
          </p:cNvCxnSpPr>
          <p:nvPr/>
        </p:nvCxnSpPr>
        <p:spPr>
          <a:xfrm flipV="1">
            <a:off x="8418340" y="2283467"/>
            <a:ext cx="637297" cy="15378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>
            <a:extLst>
              <a:ext uri="{FF2B5EF4-FFF2-40B4-BE49-F238E27FC236}">
                <a16:creationId xmlns:a16="http://schemas.microsoft.com/office/drawing/2014/main" id="{C3E60E7E-09CC-7C1C-4989-3EE3E58B482E}"/>
              </a:ext>
            </a:extLst>
          </p:cNvPr>
          <p:cNvSpPr/>
          <p:nvPr/>
        </p:nvSpPr>
        <p:spPr>
          <a:xfrm>
            <a:off x="918603" y="3095491"/>
            <a:ext cx="1844275" cy="287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返回处理结果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184E0B93-BEAB-FD1E-2B77-24B40FA297BC}"/>
              </a:ext>
            </a:extLst>
          </p:cNvPr>
          <p:cNvSpPr/>
          <p:nvPr/>
        </p:nvSpPr>
        <p:spPr>
          <a:xfrm>
            <a:off x="914775" y="4751346"/>
            <a:ext cx="1844276" cy="287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PTE 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刷新</a:t>
            </a: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5E5CADDD-1F56-DEFB-A4E7-67ADC17F5D34}"/>
              </a:ext>
            </a:extLst>
          </p:cNvPr>
          <p:cNvCxnSpPr>
            <a:cxnSpLocks/>
            <a:stCxn id="25" idx="3"/>
            <a:endCxn id="33" idx="1"/>
          </p:cNvCxnSpPr>
          <p:nvPr/>
        </p:nvCxnSpPr>
        <p:spPr>
          <a:xfrm>
            <a:off x="6632709" y="3099318"/>
            <a:ext cx="2656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8E97A8E4-A951-E109-E300-7237ACD7F000}"/>
              </a:ext>
            </a:extLst>
          </p:cNvPr>
          <p:cNvCxnSpPr>
            <a:cxnSpLocks/>
            <a:stCxn id="27" idx="3"/>
            <a:endCxn id="85" idx="1"/>
          </p:cNvCxnSpPr>
          <p:nvPr/>
        </p:nvCxnSpPr>
        <p:spPr>
          <a:xfrm flipV="1">
            <a:off x="6628101" y="3464979"/>
            <a:ext cx="2702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5C5A8C92-534F-D248-5972-086E255EE68D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6628101" y="3821276"/>
            <a:ext cx="2702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5934491C-20C4-014F-C211-F3126AB65E2F}"/>
              </a:ext>
            </a:extLst>
          </p:cNvPr>
          <p:cNvCxnSpPr>
            <a:cxnSpLocks/>
            <a:stCxn id="85" idx="3"/>
            <a:endCxn id="104" idx="3"/>
          </p:cNvCxnSpPr>
          <p:nvPr/>
        </p:nvCxnSpPr>
        <p:spPr>
          <a:xfrm flipH="1">
            <a:off x="2759051" y="3464979"/>
            <a:ext cx="5659289" cy="1430144"/>
          </a:xfrm>
          <a:prstGeom prst="bentConnector3">
            <a:avLst>
              <a:gd name="adj1" fmla="val -40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B3D73208-75C8-4D99-6571-2B85C9B70455}"/>
              </a:ext>
            </a:extLst>
          </p:cNvPr>
          <p:cNvCxnSpPr>
            <a:cxnSpLocks/>
            <a:stCxn id="35" idx="3"/>
            <a:endCxn id="104" idx="3"/>
          </p:cNvCxnSpPr>
          <p:nvPr/>
        </p:nvCxnSpPr>
        <p:spPr>
          <a:xfrm flipH="1">
            <a:off x="2759051" y="2139691"/>
            <a:ext cx="6848499" cy="2755432"/>
          </a:xfrm>
          <a:prstGeom prst="bentConnector3">
            <a:avLst>
              <a:gd name="adj1" fmla="val -33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连接符: 曲线 121">
            <a:extLst>
              <a:ext uri="{FF2B5EF4-FFF2-40B4-BE49-F238E27FC236}">
                <a16:creationId xmlns:a16="http://schemas.microsoft.com/office/drawing/2014/main" id="{507D9FFA-591D-6E96-4C0E-CA5888CE7356}"/>
              </a:ext>
            </a:extLst>
          </p:cNvPr>
          <p:cNvCxnSpPr>
            <a:stCxn id="33" idx="0"/>
          </p:cNvCxnSpPr>
          <p:nvPr/>
        </p:nvCxnSpPr>
        <p:spPr>
          <a:xfrm rot="5400000" flipH="1" flipV="1">
            <a:off x="7861627" y="2080181"/>
            <a:ext cx="672075" cy="1078647"/>
          </a:xfrm>
          <a:prstGeom prst="curvedConnector2">
            <a:avLst/>
          </a:prstGeom>
          <a:ln w="38100">
            <a:solidFill>
              <a:schemeClr val="accent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连接符: 曲线 122">
            <a:extLst>
              <a:ext uri="{FF2B5EF4-FFF2-40B4-BE49-F238E27FC236}">
                <a16:creationId xmlns:a16="http://schemas.microsoft.com/office/drawing/2014/main" id="{33E9FDE9-8523-4E4C-AC4E-A45247A4D913}"/>
              </a:ext>
            </a:extLst>
          </p:cNvPr>
          <p:cNvCxnSpPr>
            <a:cxnSpLocks/>
            <a:stCxn id="39" idx="2"/>
            <a:endCxn id="35" idx="0"/>
          </p:cNvCxnSpPr>
          <p:nvPr/>
        </p:nvCxnSpPr>
        <p:spPr>
          <a:xfrm rot="16200000" flipH="1">
            <a:off x="8764708" y="1704984"/>
            <a:ext cx="360979" cy="220879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C3041FE2-F445-CDC8-E712-D11F5F200F0F}"/>
              </a:ext>
            </a:extLst>
          </p:cNvPr>
          <p:cNvCxnSpPr>
            <a:cxnSpLocks/>
            <a:stCxn id="104" idx="0"/>
            <a:endCxn id="100" idx="2"/>
          </p:cNvCxnSpPr>
          <p:nvPr/>
        </p:nvCxnSpPr>
        <p:spPr>
          <a:xfrm flipV="1">
            <a:off x="1836913" y="3383045"/>
            <a:ext cx="3828" cy="1368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>
            <a:extLst>
              <a:ext uri="{FF2B5EF4-FFF2-40B4-BE49-F238E27FC236}">
                <a16:creationId xmlns:a16="http://schemas.microsoft.com/office/drawing/2014/main" id="{74B24ACB-5892-1942-FD9A-6F112500311D}"/>
              </a:ext>
            </a:extLst>
          </p:cNvPr>
          <p:cNvSpPr/>
          <p:nvPr/>
        </p:nvSpPr>
        <p:spPr>
          <a:xfrm>
            <a:off x="914775" y="478461"/>
            <a:ext cx="1844276" cy="287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MMU</a:t>
            </a: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正常翻译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6" name="连接符: 肘形 135">
            <a:extLst>
              <a:ext uri="{FF2B5EF4-FFF2-40B4-BE49-F238E27FC236}">
                <a16:creationId xmlns:a16="http://schemas.microsoft.com/office/drawing/2014/main" id="{E800A187-47B1-2975-4EE3-EB12659C7FB5}"/>
              </a:ext>
            </a:extLst>
          </p:cNvPr>
          <p:cNvCxnSpPr>
            <a:cxnSpLocks/>
            <a:stCxn id="100" idx="1"/>
            <a:endCxn id="135" idx="1"/>
          </p:cNvCxnSpPr>
          <p:nvPr/>
        </p:nvCxnSpPr>
        <p:spPr>
          <a:xfrm rot="10800000">
            <a:off x="914775" y="622238"/>
            <a:ext cx="3828" cy="2617030"/>
          </a:xfrm>
          <a:prstGeom prst="bentConnector3">
            <a:avLst>
              <a:gd name="adj1" fmla="val 607178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矩形 139">
            <a:extLst>
              <a:ext uri="{FF2B5EF4-FFF2-40B4-BE49-F238E27FC236}">
                <a16:creationId xmlns:a16="http://schemas.microsoft.com/office/drawing/2014/main" id="{EBD6B418-4DE1-1170-F05A-71F10A9EB4D2}"/>
              </a:ext>
            </a:extLst>
          </p:cNvPr>
          <p:cNvSpPr/>
          <p:nvPr/>
        </p:nvSpPr>
        <p:spPr>
          <a:xfrm>
            <a:off x="819152" y="1519619"/>
            <a:ext cx="2043288" cy="20071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缺页系统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BAA9552D-63EC-82C6-F33F-B8462050D83B}"/>
              </a:ext>
            </a:extLst>
          </p:cNvPr>
          <p:cNvSpPr/>
          <p:nvPr/>
        </p:nvSpPr>
        <p:spPr>
          <a:xfrm>
            <a:off x="819152" y="160142"/>
            <a:ext cx="2043288" cy="11420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MMU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CF60AFFB-6AC7-26A8-2720-09111673EA88}"/>
              </a:ext>
            </a:extLst>
          </p:cNvPr>
          <p:cNvSpPr/>
          <p:nvPr/>
        </p:nvSpPr>
        <p:spPr>
          <a:xfrm>
            <a:off x="2958062" y="1518680"/>
            <a:ext cx="3807284" cy="36756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VMA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5" name="连接符: 肘形 144">
            <a:extLst>
              <a:ext uri="{FF2B5EF4-FFF2-40B4-BE49-F238E27FC236}">
                <a16:creationId xmlns:a16="http://schemas.microsoft.com/office/drawing/2014/main" id="{B7414727-2CC1-6ED3-FA4F-16AA04A8423B}"/>
              </a:ext>
            </a:extLst>
          </p:cNvPr>
          <p:cNvCxnSpPr>
            <a:cxnSpLocks/>
            <a:stCxn id="21" idx="3"/>
            <a:endCxn id="35" idx="2"/>
          </p:cNvCxnSpPr>
          <p:nvPr/>
        </p:nvCxnSpPr>
        <p:spPr>
          <a:xfrm flipV="1">
            <a:off x="5444033" y="2283468"/>
            <a:ext cx="3611604" cy="18946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61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35DEF-E3A6-B857-3966-592C69F96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4B03DDE-0FB5-9546-0301-4524C0D8E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97" y="0"/>
            <a:ext cx="121217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27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DCB2-295C-5673-4FEF-64718E4B2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44D73B-C2AD-4351-F38F-9BB470FAF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695" y="0"/>
            <a:ext cx="6221063" cy="6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7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D33B4-52B5-030A-86E1-7013B4150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CFC227-3CD8-A9D5-49AA-3C6746E77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4" y="0"/>
            <a:ext cx="10478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47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125</Words>
  <Application>Microsoft Office PowerPoint</Application>
  <PresentationFormat>宽屏</PresentationFormat>
  <Paragraphs>43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sirius</dc:creator>
  <cp:lastModifiedBy>sirius</cp:lastModifiedBy>
  <cp:revision>3</cp:revision>
  <dcterms:created xsi:type="dcterms:W3CDTF">2026-06-14T05:15:33Z</dcterms:created>
  <dcterms:modified xsi:type="dcterms:W3CDTF">2026-06-14T15:29:02Z</dcterms:modified>
</cp:coreProperties>
</file>