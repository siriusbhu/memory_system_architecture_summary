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SoC 片上互联与多级缓存全景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N+2 调研的七个洞察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8862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计算 IP（CPU/GPU/NPU）→ CMN 一致性网格（AMBA CHI）→ IOMMU / 内存控制器 / CXL → LPDDR DRAM（PIM / PuD）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内存系统-片上互联-多IP一致性协同优化设计研究 · 调研范围 2023–2026 · 7 个主题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35608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3560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02536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02536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569464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36392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36392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703320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270248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024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框架总览：SoC 片上互联与多级缓存全景</a:t>
            </a:r>
            <a:endParaRPr lang="en-US" sz="2800" dirty="0"/>
          </a:p>
        </p:txBody>
      </p:sp>
      <p:pic>
        <p:nvPicPr>
          <p:cNvPr id="3" name="Image 0" descr="/private/tmp/claude-501/-Users-markov-m4-Projects-memory-insight/677a9d82-cf2b-4b33-bafa-75de8844fc75/scratchpad/pptbuild/n2-framework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960120"/>
            <a:ext cx="10972800" cy="63436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739521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②⑦ 同在 DRAM 内部（PIM 通道侧 / PuD 阵列级）；①⑤ 分别解决地址翻译和缓存一致性；④⑥ 共享 CHI 互联骨架。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IOMMU 缺页处理与 SVA 统一地址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模块：IOMMU / SMMU v3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 DMA 全程锁定设备缓冲区——单 GPU/NPU 锁住 2–6 GB 物理页，严重压缩可用内存；bounce buffer 显式拷贝使带宽翻倍浪费。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SMMU v3 引入 stall 模型 + IOPF 框架，配合 ATS/PRI 与 PASID，设备共享进程虚拟地址、按需调页，彻底消除锁页与 bounce buffer。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一句话：「全程锁页 + bounce 拷贝」→「共享虚拟地址 + 按需调页」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−60~80%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锁页减少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−40~60%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CPU 拷贝开销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LPDDR 近存计算（PIM）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模块：DRAM Bank 内部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 解码受冯诺依曼瓶颈——7B INT8 每 token 需读 ~7 GB 权重，LPDDR5 外部 51.2 GB/s 只达 ~137 ms/tok；片外搬运能耗 ~20 pJ/bit 主导总功耗。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Bank 内/旁嵌入 SIMD/MAC，利用内部全 Bank 带宽 409.6 GB/s（外部 8×），GEMV 就地执行；NMC 动态分配 PIM/传统 Bank。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一句话：「数据搬到计算」→「计算搬到数据」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 vs 外部带宽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6.7×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能耗降低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近数据处理与内存压缩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模块：CXL Type-3 设备控制器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容量可扩展但带宽瓶颈——PCIe 5.0 x16 峰值仅 ~64 GB/s；64k+ token KV 缓存打满链路，BF16 权重直接压缩收益极低（仅 0–23%）。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Type-3 设备端引入 NDP 控制器，位平面重组大幅提升可压缩性，数据跨链路前完成压缩/选择性读取，透明带宽放大。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一句话：「原始数据过链路」→「近数据压缩 + 透明带宽放大」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~640 ns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CXL.mem 延迟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85%+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卸载占链路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AMBA CHI C2C 与片上互联演进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模块：CMN 一致性网格 / 跨芯粒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单片 SoC 受掩模面积上限（858 mm²）约束，良率超线性下降；协议桥每跳增加 50–100 ns 延迟，无法跨裸片传播安全 Realm。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 C2C 将一致性协议包化用 UCIe 跨裸片延伸 + NoC S3 异构背板 + Realm 安全域编码，实现多芯粒完整一致性域。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一句话：「单片面积受限 + 桥接高延迟」→「CHI C2C 多芯粒一致性」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~20 ns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跨芯粒延迟（降 2.5–5×）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50%→70%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芯粒良率提升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缓存一致性协议验证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模块：CXL.cache 协议栈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PCIe DMA 无硬件一致性——设备改内存不通知 CPU 缓存，须显式 clflush；粒度不匹配（DMA 4 KB vs 加速器 64 B），规范散文含歧义。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CXL.cache 以 64 B 缓存行粒度实现硬件一致性，设备持有 MESI 状态接受 snoop；Isabelle 形式化验证确保规范无歧义。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一句话：「软件刷 + 4KB DMA」→「64B 硬件一致 + 形式验证」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−85%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描述符延迟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40.2×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远程原子操作加速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细粒度异构一致性特化（FCS）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模块：LLC/L2 目录 ↔ 各 IP L1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 MESI 强制 GPU/DSP 用写方无效化——GPU 数千线程写不相交区域时，99% 网络流量为冗余一致性消息，吞吐严重退化。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Spandex + FCS 在每条访存请求粒度独立选最优协议（ReqV/ReqO/Req2/ReqS），按运行时共享模式动态匹配，消除冗余无效化。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一句话：「统一 MESI 一刀切」→「每请求选最优一致性协议」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−99%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GPU 冗余一致性消息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−29%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执行时间（Spandex+FCS）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Processing-using-DRAM（Proteus）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模块：DRAM Bank 子阵列 / 位线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现有 PuD（Ambit/SIMDRAM）对 N 位操作数固定 N 串行周期不考虑有效精度；单阵列执行未利用 DRAM 多阵列并行性。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Proteus 运行时检测有效精度（前导零/一），动态压缩位宽 + 跨多阵列并发执行，延迟从线性于位宽变为线性于有效精度。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一句话：「固定位宽串行」→「有效精度自适应 + 多阵列并行」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吞吐（16 bank）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能耗降低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七个洞察 · 关键数字速览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91744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6376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7637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91744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IOMMU SVA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1744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1744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锁页减少（峰值）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64512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9144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9144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64512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LPDDR PIM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64512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8× 带宽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26451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 vs 外部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37280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1912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1912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3728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NDP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3728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~640 ns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83728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CXL.mem 延迟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10048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94680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46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10048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 C2C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10048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~20 ns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410048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跨芯粒延迟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982816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67448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67448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CXL.cache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82816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−85%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982816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描述符延迟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55584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40216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4021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555584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FCS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55584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−99%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555584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冗余消息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128352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612984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612984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0128352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PuD Proteus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28352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88×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012835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吞吐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内存系统-片上互联-多IP一致性协同优化设计研究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 片上互联与多级缓存全景 · N+2 调研的七个洞察</dc:title>
  <dc:subject>PptxGenJS Presentation</dc:subject>
  <dc:creator>memory_insight</dc:creator>
  <cp:lastModifiedBy>memory_insight</cp:lastModifiedBy>
  <cp:revision>1</cp:revision>
  <dcterms:created xsi:type="dcterms:W3CDTF">2026-06-29T16:49:22Z</dcterms:created>
  <dcterms:modified xsi:type="dcterms:W3CDTF">2026-06-29T16:49:22Z</dcterms:modified>
</cp:coreProperties>
</file>