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端侧内存管理系统全景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68680" y="3063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N+1 调研的七个洞察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38862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从应用 / Agent 层 → OS 内核内存管理 → SoC 计算 IP / 内存子系统 / 存储，安全横切其间，云侧大脑做端云协同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4709160"/>
            <a:ext cx="38404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下一代终端内存系统设计优化研究 · 调研范围 2023–2026 · 7 个主题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56692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35608" y="56692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5608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02536" y="56692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02536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69464" y="56692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9464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36392" y="56692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03320" y="56692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70248" y="56692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0248" y="5669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框架总览：端侧内存管理全景</a:t>
            </a:r>
            <a:endParaRPr lang="en-US" sz="2800" dirty="0"/>
          </a:p>
        </p:txBody>
      </p:sp>
      <p:pic>
        <p:nvPicPr>
          <p:cNvPr id="3" name="Image 0" descr="/private/tmp/claude-501/-Users-markov-m4-Projects-memory-insight/677a9d82-cf2b-4b33-bafa-75de8844fc75/scratchpad/pptbuild/framework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5683" y="960120"/>
            <a:ext cx="8540329" cy="5074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5683" y="6089904"/>
            <a:ext cx="85403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七个洞察按编号标注在各自所处的位置；① ④ 同处内存层次不同抽象，③ 跨「计算 IP ↔ 内存子系统」，⑤ 横切全栈，⑦ 串起端到云。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KV Cache 分级管理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0" y="557784"/>
            <a:ext cx="3611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5577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模块：应用层 ↔ 存储层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长上下文 KV Cache 随序列线性膨胀，32K 上下文单请求约 4.3 GB，超出端侧 DRAM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 Agent 切换需冷重算，TTFT 高达 15–172 s，交互式工作流不可用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KV Cache 三级分级：DRAM 热 → NVMe 温 → 3D NAND 冷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Q4 量化压到约 28% 体积；持久化跳过 prefill；KVNAND 闪存内注意力计算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72200" y="4434840"/>
            <a:ext cx="2583180" cy="1417320"/>
          </a:xfrm>
          <a:prstGeom prst="roundRect">
            <a:avLst>
              <a:gd name="adj" fmla="val 645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4572000"/>
            <a:ext cx="2583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172s→1.8s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528523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上下文切换 TTFT（约 94×）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5420" y="4434840"/>
            <a:ext cx="2583180" cy="1417320"/>
          </a:xfrm>
          <a:prstGeom prst="roundRect">
            <a:avLst>
              <a:gd name="adj" fmla="val 645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5420" y="4572000"/>
            <a:ext cx="2583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≈28%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66860" y="528523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Q4 量化后体积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53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4892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KV Cache 分级管理：把「长上下文 KV Cache 随序列线性膨胀」从问题变成可治理的设计点。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N+1 · 洞察 1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端侧可编程 / 自适应内存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0" y="557784"/>
            <a:ext cx="3611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5577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模块：OS 内核内存管理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内核策略固定、一刀切：全有或全无的 THP 在长跑下严重碎片化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 LMKD 阈值，要么杀晚（卡顿）、要么杀早（冷启动慢）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多尺寸 mTHP + DAMON 访问监控驱动主动回收（省 32% 内存 @ 约 1.9% 开销）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SWAM 自适应换页 + 杀进程；eBPF 钩子让策略按负载可定制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72200" y="4434840"/>
            <a:ext cx="2583180" cy="1417320"/>
          </a:xfrm>
          <a:prstGeom prst="roundRect">
            <a:avLst>
              <a:gd name="adj" fmla="val 645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4572000"/>
            <a:ext cx="2583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50%→&lt;10%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528523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THP 成功率（运行 2h 后）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5420" y="4434840"/>
            <a:ext cx="2583180" cy="1417320"/>
          </a:xfrm>
          <a:prstGeom prst="roundRect">
            <a:avLst>
              <a:gd name="adj" fmla="val 645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5420" y="4572000"/>
            <a:ext cx="2583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−6.5×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66860" y="528523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SWAM OOM kill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53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4892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端侧可编程 / 自适应内存：把「内核策略固定、一刀切：全有或全无的 THP 在长跑下严重碎片化」从问题变成可治理的设计点。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N+1 · 洞察 2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内存带宽：供给 + 利用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0" y="557784"/>
            <a:ext cx="3611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5577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模块：SoC 计算 IP ↔ 内存子系统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端侧解码受内存带宽限：LPDDR5 约 51 GB/s 把 7B 卡在约 14 tok/s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单一加速器只用满约 60% 的 DRAM 总线，带宽被浪费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供给侧加宽：LPDDR5X +67% 带宽、2× 容量、−25% 功耗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利用侧榨满：CPU/GPU/NPU 异构协同（预填充→NPU、解码→GPU）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72200" y="4434840"/>
            <a:ext cx="2583180" cy="1417320"/>
          </a:xfrm>
          <a:prstGeom prst="roundRect">
            <a:avLst>
              <a:gd name="adj" fmla="val 6452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4572000"/>
            <a:ext cx="2583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60%→88%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528523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DRAM 带宽利用率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5420" y="4434840"/>
            <a:ext cx="2583180" cy="1417320"/>
          </a:xfrm>
          <a:prstGeom prst="roundRect">
            <a:avLst>
              <a:gd name="adj" fmla="val 6452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5420" y="4572000"/>
            <a:ext cx="2583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−4.6×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66860" y="528523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reactive 延迟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53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4892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内存带宽：供给 + 利用：把「端侧解码受内存带宽限：LPDDR5 约 51 GB/s 把 7B 卡在约 14 tok/s」从问题变成可治理的设计点。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N+1 · 洞察 3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端侧分级内存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0" y="557784"/>
            <a:ext cx="3611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5577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模块：OS 内核 MM · 压缩内存↔swap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DRAM 有界且共享，通用 LRU 回收要么杀进程、要么卡顿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冷页白占 DRAM；GB 级 App 冷启动频发（86.6% 越过 1 s 悬崖）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DRAM ↔ 压缩内存（zram/zswap ≈ 2:1）↔ Flash 三级分级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MGLRU 冷热分代 + AppFlow 预测式预取 / 回收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72200" y="4434840"/>
            <a:ext cx="2583180" cy="1417320"/>
          </a:xfrm>
          <a:prstGeom prst="roundRect">
            <a:avLst>
              <a:gd name="adj" fmla="val 645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4572000"/>
            <a:ext cx="2583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2s→690ms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528523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GB App 冷启动（AppFlow）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5420" y="4434840"/>
            <a:ext cx="2583180" cy="1417320"/>
          </a:xfrm>
          <a:prstGeom prst="roundRect">
            <a:avLst>
              <a:gd name="adj" fmla="val 645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5420" y="4572000"/>
            <a:ext cx="2583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−85%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66860" y="528523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MGLRU 低内存杀进程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53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4892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端侧分级内存：把「DRAM 有界且共享」从问题变成可治理的设计点。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N+1 · 洞察 4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ARM 内存安全 / 机密计算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0" y="557784"/>
            <a:ext cx="3611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5577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模块：横切全栈数据面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端侧内存型漏洞（UAF / 越界）频发，纯软件防护开销大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端侧 ML 模型、KV 与记忆、生物识别等敏感数据需硬件隔离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ARM MTE 硬件内存标签：低开销实时抓内存错误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CCA / RME 与 pKVM 机密计算，隔离端侧机密工作负载（ML 推理 / DRM / 生物识别）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72200" y="4434840"/>
            <a:ext cx="2583180" cy="1417320"/>
          </a:xfrm>
          <a:prstGeom prst="roundRect">
            <a:avLst>
              <a:gd name="adj" fmla="val 645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4572000"/>
            <a:ext cx="2583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MTE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528523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硬件内存标签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5420" y="4434840"/>
            <a:ext cx="2583180" cy="1417320"/>
          </a:xfrm>
          <a:prstGeom prst="roundRect">
            <a:avLst>
              <a:gd name="adj" fmla="val 645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5420" y="4572000"/>
            <a:ext cx="2583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pKVM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66860" y="528523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端侧机密隔离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53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4892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ARM 内存安全 / 机密计算：把「端侧内存型漏洞（UAF / 越界）频发」从问题变成可治理的设计点。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N+1 · 洞察 5 /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外置分层记忆系统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0" y="557784"/>
            <a:ext cx="3611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5577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模块：应用 / Agent 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上下文窗口有限，每轮重放全历史使 token &gt;10×、p95 延迟约 11×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截断历史则 Agent 遗忘，长程任务失败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外置分层记忆 OS：STM → MTM → LPM，活跃工作集封顶（MemoryOS 仅 7 页）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按需检索代替全量重放，热记忆沉淀为画像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72200" y="4434840"/>
            <a:ext cx="2583180" cy="1417320"/>
          </a:xfrm>
          <a:prstGeom prst="roundRect">
            <a:avLst>
              <a:gd name="adj" fmla="val 645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4572000"/>
            <a:ext cx="2583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−70~90%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528523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长会话 token 成本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5420" y="4434840"/>
            <a:ext cx="2583180" cy="1417320"/>
          </a:xfrm>
          <a:prstGeom prst="roundRect">
            <a:avLst>
              <a:gd name="adj" fmla="val 645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5420" y="4572000"/>
            <a:ext cx="2583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+26~49%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66860" y="528523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LoCoMo 精度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53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4892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外置分层记忆系统：把「上下文窗口有限」从问题变成可治理的设计点。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N+1 · 洞察 6 /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⑦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端云协同 · 千人千面冷热识别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0" y="557784"/>
            <a:ext cx="36118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5577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模块：云侧大脑 ↔ 端侧全栈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面临的问题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本地通用冷热策略一刀切，对每个用户 / 场景预测错（86.6% GB 冷启动 &gt;1 s）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端侧学习器数据 / 算力 / 标签不足，独立学不出强个性化预测器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86400" cy="2788920"/>
          </a:xfrm>
          <a:prstGeom prst="roundRect">
            <a:avLst>
              <a:gd name="adj" fmla="val 393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我们的洞察怎么解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892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端侧「小脑」个性化预测 + 云侧「大脑」聚合并下发千人千面策略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智能请求门控：仅约 5% 调云，原始行为留本地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72200" y="4434840"/>
            <a:ext cx="2583180" cy="1417320"/>
          </a:xfrm>
          <a:prstGeom prst="roundRect">
            <a:avLst>
              <a:gd name="adj" fmla="val 645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4572000"/>
            <a:ext cx="2583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 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528523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云端调用频率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5420" y="4434840"/>
            <a:ext cx="2583180" cy="1417320"/>
          </a:xfrm>
          <a:prstGeom prst="roundRect">
            <a:avLst>
              <a:gd name="adj" fmla="val 645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5420" y="4572000"/>
            <a:ext cx="25831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+3.5~41%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66860" y="5285232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个性化精度增益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537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4892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端云协同 · 千人千面冷热识别：把「本地通用冷热策略一刀切」从问题变成可治理的设计点。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N+1 · 洞察 7 / 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一条记忆层级，七处洞察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463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从「带宽供给 / 利用」到「分级与可编程回收」，再到「KV 与 Agent 记忆」，最终由「安全」横切、「端云协同」推到千人千面——共同把端侧有界内存治理成一条可分级、可预测、可个性化的记忆层级。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68680" y="274320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94×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34564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KV 持久化省 prefill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39312" y="274320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9312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−6.5×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730752" y="34564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自适应回收 OOM kill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9944" y="274320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88%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01384" y="34564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异构调度带宽利用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80576" y="274320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0576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690ms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72016" y="34564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分级 + 预测冷启动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42519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3616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MTE·pKVM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60120" y="49651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硬件内存安全 / 隔离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39312" y="42519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9312" y="43616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+49%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730752" y="49651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外置记忆 LoCoMo 精度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9944" y="42519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3616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 5%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501384" y="49651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端云协同调云频率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memory_insight · insight/N+1 · 端侧内存系统调研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端侧内存管理系统全景 · N+1 调研的七个洞察</dc:title>
  <dc:subject>PptxGenJS Presentation</dc:subject>
  <dc:creator>memory_insight</dc:creator>
  <cp:lastModifiedBy>memory_insight</cp:lastModifiedBy>
  <cp:revision>1</cp:revision>
  <dcterms:created xsi:type="dcterms:W3CDTF">2026-06-28T13:02:17Z</dcterms:created>
  <dcterms:modified xsi:type="dcterms:W3CDTF">2026-06-28T13:02:17Z</dcterms:modified>
</cp:coreProperties>
</file>